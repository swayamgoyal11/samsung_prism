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74" r:id="rId2"/>
    <p:sldId id="384" r:id="rId3"/>
    <p:sldId id="257" r:id="rId4"/>
    <p:sldId id="376" r:id="rId5"/>
    <p:sldId id="377" r:id="rId6"/>
    <p:sldId id="378" r:id="rId7"/>
    <p:sldId id="379" r:id="rId8"/>
    <p:sldId id="380" r:id="rId9"/>
    <p:sldId id="38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>
        <p:scale>
          <a:sx n="66" d="100"/>
          <a:sy n="66" d="100"/>
        </p:scale>
        <p:origin x="1099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88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244382" y="1292711"/>
            <a:ext cx="7209714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</a:t>
            </a:r>
            <a:r>
              <a:rPr lang="en-US" sz="4000" b="1" dirty="0" smtClean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RV College Of Engineering</a:t>
            </a:r>
            <a:r>
              <a:rPr lang="en-US" sz="4000" b="1" dirty="0" smtClean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&gt;_&lt;DeepThinkers&gt;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 smtClean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</a:t>
            </a:r>
            <a:r>
              <a:rPr lang="en-GB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From passive transcripts to proactive intelligence.</a:t>
            </a:r>
            <a:r>
              <a:rPr lang="en-US" sz="4000" b="1" dirty="0" smtClean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&gt;</a:t>
            </a:r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endParaRPr lang="en-US" sz="4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 smtClean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Swayam Goyal</a:t>
            </a:r>
          </a:p>
          <a:p>
            <a:pPr algn="ctr"/>
            <a:r>
              <a:rPr lang="en-US" sz="4000" b="1" dirty="0" smtClean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Priyanshi Gupta</a:t>
            </a:r>
          </a:p>
          <a:p>
            <a:pPr algn="ctr"/>
            <a:r>
              <a:rPr lang="en-US" sz="4000" b="1" dirty="0" smtClean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Yash Purwar</a:t>
            </a:r>
          </a:p>
          <a:p>
            <a:pPr algn="ctr"/>
            <a:r>
              <a:rPr lang="en-US" sz="4000" b="1" dirty="0" smtClean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Yash Bhalotia</a:t>
            </a: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/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222738" y="45742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Problem Statement 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2241956"/>
            <a:ext cx="472146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Productivity Platform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"talking about work" to "actually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.“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Meeting "Black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Hole“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Hours of unstructured conversation result in lost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forgotten deadlines, and zero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team alignment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i="1" dirty="0"/>
          </a:p>
          <a:p>
            <a:endParaRPr lang="en-GB" dirty="0"/>
          </a:p>
          <a:p>
            <a:endParaRPr lang="en-GB" dirty="0"/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481437" y="2043600"/>
            <a:ext cx="46423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Faces It: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Teams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Managers who have to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chase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updates, and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Engineers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lose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valuable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deep-	work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to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It's Critical: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Undocumented action items directly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delay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shipping. If it’s not tracked, it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doesn't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done.</a:t>
            </a:r>
          </a:p>
        </p:txBody>
      </p:sp>
    </p:spTree>
    <p:extLst>
      <p:ext uri="{BB962C8B-B14F-4D97-AF65-F5344CB8AC3E}">
        <p14:creationId xmlns:p14="http://schemas.microsoft.com/office/powerpoint/2010/main" val="35361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5428" y="375981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Solution &amp; Gaps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404720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33269" y="1404720"/>
            <a:ext cx="557054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Built-in Teams/Zoom transcripts and standard note-taking apps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What’s Missing: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provide Data, not Intelligence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get a raw log of what was said, but zero context on what needs to be done, who is accountable, or how productive the team actually is over time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way to search past decisions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Opportunity: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From Passive Recording to Active Analytics.</a:t>
            </a:r>
          </a:p>
          <a:p>
            <a:pPr lvl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 semantic layer over team conversations to provide instant AI-driven search, automated deadlines, and high-level team productivity metrics.</a:t>
            </a:r>
          </a:p>
          <a:p>
            <a:r>
              <a:rPr lang="en-GB" dirty="0"/>
              <a:t/>
            </a:r>
            <a:br>
              <a:rPr lang="en-GB" dirty="0"/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48958" t="2483" r="1994" b="4302"/>
          <a:stretch/>
        </p:blipFill>
        <p:spPr>
          <a:xfrm>
            <a:off x="9234425" y="1229421"/>
            <a:ext cx="2606476" cy="435840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978" y="1229421"/>
            <a:ext cx="2515849" cy="43547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844952"/>
            <a:ext cx="10972800" cy="679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70" b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</a:t>
            </a:r>
            <a:r>
              <a:rPr lang="en-US" sz="4270" b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ur Solution: </a:t>
            </a:r>
            <a:r>
              <a:rPr lang="en-IN" sz="42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Meeting Intelligence Platform</a:t>
            </a:r>
            <a:endParaRPr lang="en-IN" sz="42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45607" y="1639747"/>
            <a:ext cx="5570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We Built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end-to-end, AI-powered platform that converts raw meeting conversations into structured, actionable, and searchable data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Idea (How it works)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 &amp; Understand: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We process unstructured meeting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&amp; Structure: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AI isolates key decisions, extracts action items, and detects deadlines automatically.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&amp; Act: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structured data is piped directly into a centralized dashboard for team-wide analytics and task tracking.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66076" y="2074976"/>
            <a:ext cx="569474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Summaries &amp; Smart Tasks: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extraction of "Who does what, and by when" without manual note-taking.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(via Recharts) tracking meeting frequency and team ROI over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Feed: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alerts highlighting project bottlenecks, deadlines, and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behavioural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Instantly query past meetings to find specific decisions or context.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268224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Demo/Product Walkthrough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TextBox 5"/>
          <p:cNvSpPr txBox="1"/>
          <p:nvPr/>
        </p:nvSpPr>
        <p:spPr>
          <a:xfrm>
            <a:off x="227634" y="1414272"/>
            <a:ext cx="31405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Ingestion Flow (Dashboard Screen)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User Interacts: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uploads meeting audio or drops a transcript link into the dashboard.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Moment: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GenAI instantly processes the unstructured audio in the background, eliminating all manual data entry.</a:t>
            </a:r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3448098" y="3164681"/>
            <a:ext cx="307886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"Aha!" Moment (Meeting Detail Screen)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User Interacts: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user clicks to open the newly processed meeting.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Moment: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Instead of reading a 20-page transcript, the AI presents a 3-bullet summary and automatically generates a list of action items with detected deadlines.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21345" y="1190803"/>
            <a:ext cx="360782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Macro-Level Visibility (Analytics Screen)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User Interacts: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manager navigates to the Analytics tab to review the week's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Moment: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Interactive charts visualize the team's true meeting ROI—comparing time spent in meetings vs. actual actionable tasks generated.</a:t>
            </a:r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8225260" y="4239513"/>
            <a:ext cx="39388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Proactive Intelligence (AI Insights Feed)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User Interacts: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user checks the AI side-panel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Moment: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system shifts from passive to active, automatically warning the user about at-risk deadlines based on previous meeting commitments.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336437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Tech &amp; Architecture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20578" y="1395928"/>
            <a:ext cx="34603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&amp; UI Tech 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Next.js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server-side rendering.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 &amp; UI: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Tailwind CSS with a premium dark-mode aesthetic.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Recharts for interactive productivity analytics.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Micro-interactions: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Framer Motion &amp; Lucide React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23583" y="1440970"/>
            <a:ext cx="54632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Usage &amp; Intelligence Layer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OpenAI Whisper API (or AssemblyAI) for high-accuracy speech-to-text.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LLM: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Gemini 1.5 Pro / GPT-4o for semantic understanding, summarization, and task extraction.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Framework: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LangChain for orchestrating prompts and structuring the output JSON data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09498" y="4186993"/>
            <a:ext cx="64633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System Flow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Ingestion: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Raw meeting audio/video is uploaded to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Speech-to-Text API converts audio into a raw transcript.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 LLM processes the transcript to generate summaries, isolate decisions, and extract deadlines.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Structured JSON data is sent to the Next.js frontend to populate the analytics dashboard and tasks feed.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13916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 &amp; Use cases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525453" y="1395928"/>
            <a:ext cx="557054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Use Cases (Who uses this today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(Agile Teams):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Daily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stand-ups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sprint planning.</a:t>
            </a:r>
          </a:p>
          <a:p>
            <a:pPr lvl="1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Automatically captures technical blockers and extracts verbal commitments into trackable developer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Cross-functional stakeholder syncs.</a:t>
            </a:r>
          </a:p>
          <a:p>
            <a:pPr lvl="1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Instantly documents feature requests and automatically assigns research or design tasks to the right team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Client Success: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Customer discovery calls.</a:t>
            </a:r>
          </a:p>
          <a:p>
            <a:pPr lvl="1"/>
            <a:r>
              <a:rPr lang="en-GB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Extracts client commitments (e.g., "Send pricing by Friday") and prevents critical follow-ups from slipping through the cracks.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863786" y="1608881"/>
            <a:ext cx="42085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Scale Potential (The Future)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Tool to Infrastructure: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Moving beyond a standalone dashboard to become the "Operating System" for enterprise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Ecosystem Integration: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Seamlessly piping structured data directly into tools companies already use (Slack, Jira, Salesforce).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Company Memory: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Building an AI-driven, centralized corporate brain where years of project decisions can be queried instantly via natural language.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13916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Differentiation &amp; Our MOAT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6440154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227636" y="2248113"/>
            <a:ext cx="52204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We Stand Out (The Paradigm Shift)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Passive to Active: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Competitors (like built-in Teams transcripts) just dump passive "walls of text" onto the screen. We actively extract, structure, and assign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 vs. Macro: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Other tools look at one meeting in isolation. We provide macro-level analytics on team-wide productivity, calculating the true ROI of time spent in meetings across weeks and months.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852160" y="1395928"/>
            <a:ext cx="614615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 Strong Moats (Sustainable Advantage)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Moat 1: "The Corporate Brain" (Data Gravity)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Concept: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The longer a company uses our platform, the smarter our semantic search becomes regarding their internal jargon, past decisions, and project history.</a:t>
            </a:r>
          </a:p>
          <a:p>
            <a:pPr lvl="1"/>
            <a:r>
              <a:rPr lang="en-GB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Advantage: 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 6 months of use, a company has built a massive "Corporate Memory Bank." The switching cost to a competitor is incredibly high because they would lose this instantly searchable history.</a:t>
            </a:r>
          </a:p>
          <a:p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Moat 2: Deep Workflow Entanglement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Concept: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We aren’t just another dashboard you have to check. The end-goal is to pipe these AI-extracted tasks directly into the tools teams already use (Jira, Slack, Linear).</a:t>
            </a:r>
          </a:p>
          <a:p>
            <a:pPr lvl="1"/>
            <a:r>
              <a:rPr lang="en-GB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Advantage: 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we are embedded directly into a developer’s task pipeline, ripping out our software breaks their operational flow. We become infrastructure, not just an accessory.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7554" y="372361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Demo Link</a:t>
            </a:r>
            <a:endParaRPr lang="en-US" sz="42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47554" y="1810266"/>
            <a:ext cx="11744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https://github.com/SwayamGoyal11/Samsung_Prism</a:t>
            </a:r>
            <a:r>
              <a:rPr lang="en-IN" dirty="0"/>
              <a:t/>
            </a:r>
            <a:br>
              <a:rPr lang="en-IN" dirty="0"/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https://drive.google.com/file/d/1Ci0ppXRqfLMNus-Y1DCgF6Tqs6IW7lsn/view?usp=sharing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320</Words>
  <Application>Microsoft Office PowerPoint</Application>
  <PresentationFormat>Widescreen</PresentationFormat>
  <Paragraphs>117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Berlin Sans FB Demi</vt:lpstr>
      <vt:lpstr>Calibri</vt:lpstr>
      <vt:lpstr>Calibri Light</vt:lpstr>
      <vt:lpstr>SamsungOne 800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ASUS</cp:lastModifiedBy>
  <cp:revision>13</cp:revision>
  <dcterms:created xsi:type="dcterms:W3CDTF">2026-04-27T09:11:02Z</dcterms:created>
  <dcterms:modified xsi:type="dcterms:W3CDTF">2026-05-08T17:59:53Z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